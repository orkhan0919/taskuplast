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ayd Başlığı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az-Latn-AZ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az-Latn-AZ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Başlıq nümunəsini redaktəsi üçün klikləyin.</a:t>
            </a:r>
            <a:endParaRPr lang="sq-AL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FF91A1-30D4-4B44-870E-80C85E2EAA12}" type="slidenum"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q-AL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q-AL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q-AL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q-AL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q-AL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q-AL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q-AL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q-AL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sq-AL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q-AL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sq-AL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q-AL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sq-AL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q-AL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sq-AL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q-AL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sq-AL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q-AL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sq-AL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q-AL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sq-AL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Başlıq və Şaquli Mət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az-Latn-AZ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az-Latn-AZ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Başlıq nümunəsini redaktəsi üçün klikləyin.</a:t>
            </a:r>
            <a:endParaRPr lang="sq-AL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az-Latn-AZ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Şablon mətn üslubları</a:t>
            </a:r>
            <a:endParaRPr lang="sq-AL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İkinci səviyyə</a:t>
            </a:r>
            <a:endParaRPr lang="sq-AL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Üçüncü səviyyə</a:t>
            </a:r>
            <a:endParaRPr lang="sq-AL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Dördüncü səviyyə</a:t>
            </a:r>
            <a:endParaRPr lang="sq-AL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Beşinci səviyyə üslublarını redaktə etmək üçün klikləyin.</a:t>
            </a:r>
            <a:endParaRPr lang="sq-AL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EFDA8B-B72F-4630-B533-3357D6505587}" type="slidenum"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Şaquli Başlıq və Mət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az-Latn-AZ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az-Latn-AZ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Başlıq nümunəsini redaktəsi üçün klikləyin.</a:t>
            </a:r>
            <a:endParaRPr lang="sq-AL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az-Latn-AZ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Şablon mətn üslubları</a:t>
            </a:r>
            <a:endParaRPr lang="sq-AL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İkinci səviyyə</a:t>
            </a:r>
            <a:endParaRPr lang="sq-AL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Üçüncü səviyyə</a:t>
            </a:r>
            <a:endParaRPr lang="sq-AL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Dördüncü səviyyə</a:t>
            </a:r>
            <a:endParaRPr lang="sq-AL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Beşinci səviyyə üslublarını redaktə etmək üçün klikləyin.</a:t>
            </a:r>
            <a:endParaRPr lang="sq-AL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6BAAA3-126F-4CEA-BFE8-8AEAAD281E30}" type="slidenum"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aşlıq və K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az-Latn-AZ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az-Latn-AZ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Başlıq nümunəsini redaktəsi üçün klikləyin.</a:t>
            </a:r>
            <a:endParaRPr lang="sq-AL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az-Latn-AZ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Şablon mətn üslubları</a:t>
            </a:r>
            <a:endParaRPr lang="sq-AL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İkinci səviyyə</a:t>
            </a:r>
            <a:endParaRPr lang="sq-AL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Üçüncü səviyyə</a:t>
            </a:r>
            <a:endParaRPr lang="sq-AL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Dördüncü səviyyə</a:t>
            </a:r>
            <a:endParaRPr lang="sq-AL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Beşinci səviyyə üslublarını redaktə etmək üçün klikləyin.</a:t>
            </a:r>
            <a:endParaRPr lang="sq-AL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8D7715-9CBC-4B47-8ED8-AFF0C4491F93}" type="slidenum"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uxarı Sərlövhə Bölmə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az-Latn-AZ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az-Latn-AZ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Başlıq nümunəsini redaktəsi üçün klikləyin.</a:t>
            </a:r>
            <a:endParaRPr lang="sq-AL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az-Latn-AZ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az-Latn-AZ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Şablon mətn üslubları</a:t>
            </a:r>
            <a:endParaRPr lang="sq-AL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8488E2-A690-4CFC-88EF-525DA756FF8A}" type="slidenum"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İki K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az-Latn-AZ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az-Latn-AZ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Başlıq nümunəsini redaktəsi üçün klikləyin.</a:t>
            </a:r>
            <a:endParaRPr lang="sq-AL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az-Latn-AZ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Şablon mətn üslubları</a:t>
            </a:r>
            <a:endParaRPr lang="sq-AL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İkinci səviyyə</a:t>
            </a:r>
            <a:endParaRPr lang="sq-AL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Üçüncü səviyyə</a:t>
            </a:r>
            <a:endParaRPr lang="sq-AL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Dördüncü səviyyə</a:t>
            </a:r>
            <a:endParaRPr lang="sq-AL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Beşinci səviyyə üslublarını redaktə etmək üçün klikləyin.</a:t>
            </a:r>
            <a:endParaRPr lang="sq-AL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az-Latn-AZ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Şablon mətn üslubları</a:t>
            </a:r>
            <a:endParaRPr lang="sq-AL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İkinci səviyyə</a:t>
            </a:r>
            <a:endParaRPr lang="sq-AL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Üçüncü səviyyə</a:t>
            </a:r>
            <a:endParaRPr lang="sq-AL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Dördüncü səviyyə</a:t>
            </a:r>
            <a:endParaRPr lang="sq-AL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Beşinci səviyyə üslublarını redaktə etmək üçün klikləyin.</a:t>
            </a:r>
            <a:endParaRPr lang="sq-AL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4798D8-6AD2-4A00-B35C-0384E7237031}" type="slidenum"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üqayisə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az-Latn-AZ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az-Latn-AZ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Başlıq nümunəsini redaktəsi üçün klikləyin.</a:t>
            </a:r>
            <a:endParaRPr lang="sq-AL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az-Latn-AZ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az-Latn-AZ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Şablon mətn üslubları</a:t>
            </a:r>
            <a:endParaRPr lang="sq-AL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az-Latn-AZ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az-Latn-AZ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az-Latn-AZ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z-Latn-AZ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Şablon mətn üslubları</a:t>
            </a:r>
            <a:endParaRPr lang="sq-AL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z-Latn-AZ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İkinci səviyyə</a:t>
            </a:r>
            <a:endParaRPr lang="sq-AL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z-Latn-AZ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Üçüncü səviyyə</a:t>
            </a:r>
            <a:endParaRPr lang="sq-AL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Dördüncü səviyyə</a:t>
            </a:r>
            <a:endParaRPr lang="sq-AL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Beşinci səviyyə üslublarını redaktə etmək üçün klikləyin.</a:t>
            </a:r>
            <a:endParaRPr lang="sq-AL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az-Latn-AZ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az-Latn-AZ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Şablon mətn üslubları</a:t>
            </a:r>
            <a:endParaRPr lang="sq-AL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az-Latn-AZ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az-Latn-AZ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az-Latn-AZ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z-Latn-AZ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Şablon mətn üslubları</a:t>
            </a:r>
            <a:endParaRPr lang="sq-AL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z-Latn-AZ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İkinci səviyyə</a:t>
            </a:r>
            <a:endParaRPr lang="sq-AL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z-Latn-AZ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Üçüncü səviyyə</a:t>
            </a:r>
            <a:endParaRPr lang="sq-AL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Dördüncü səviyyə</a:t>
            </a:r>
            <a:endParaRPr lang="sq-AL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z-Latn-AZ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Beşinci səviyyə üslublarını redaktə etmək üçün klikləyin.</a:t>
            </a:r>
            <a:endParaRPr lang="sq-AL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5093A7-F10C-46D3-AF2E-6E851554A99C}" type="slidenum"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Yalnız Başlı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az-Latn-AZ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az-Latn-AZ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Başlıq nümunəsini redaktəsi üçün klikləyin.</a:t>
            </a:r>
            <a:endParaRPr lang="sq-AL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E27E9D-713F-4EC8-BA7E-111B41CA626D}" type="slidenum"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o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35A26D-2607-4F9B-B3B9-F5C1BBB0A1F5}" type="slidenum"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ontent Başlıq ilə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az-Latn-AZ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az-Latn-AZ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Başlıq nümunəsini redaktəsi üçün klikləyin.</a:t>
            </a:r>
            <a:endParaRPr lang="sq-AL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az-Latn-AZ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az-Latn-AZ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Şablon mətn üslubları</a:t>
            </a:r>
            <a:endParaRPr lang="sq-AL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İkinci səviyyə</a:t>
            </a:r>
            <a:endParaRPr lang="sq-AL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Üçüncü səviyyə</a:t>
            </a:r>
            <a:endParaRPr lang="sq-AL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Dördüncü səviyyə</a:t>
            </a:r>
            <a:endParaRPr lang="sq-AL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az-Latn-AZ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Beşinci səviyyə üslublarını redaktə etmək üçün klikləyin.</a:t>
            </a:r>
            <a:endParaRPr lang="sq-AL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az-Latn-AZ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az-Latn-AZ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Şablon mətn üslubları</a:t>
            </a:r>
            <a:endParaRPr lang="sq-AL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78A286-6650-4CBC-AC27-91DD42794C78}" type="slidenum"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şlıq Şəkil ilə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az-Latn-AZ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az-Latn-AZ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Başlıq nümunəsini redaktəsi üçün klikləyin.</a:t>
            </a:r>
            <a:endParaRPr lang="sq-AL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sq-AL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q-AL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q-AL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q-AL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q-AL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q-AL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q-AL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sq-AL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sq-AL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q-AL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sq-AL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q-AL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sq-AL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q-AL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sq-AL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q-AL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sq-AL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q-AL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sq-AL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q-AL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sq-AL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az-Latn-AZ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az-Latn-AZ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Şablon mətn üslubları</a:t>
            </a:r>
            <a:endParaRPr lang="sq-AL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A14A43-8B61-44F5-A0F5-78774319C276}" type="slidenum">
              <a:rPr lang="sq-AL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Mətn Qutusu 6"/>
          <p:cNvSpPr/>
          <p:nvPr/>
        </p:nvSpPr>
        <p:spPr>
          <a:xfrm>
            <a:off x="967680" y="2475360"/>
            <a:ext cx="4554360" cy="830520"/>
          </a:xfrm>
          <a:prstGeom prst="rect">
            <a:avLst/>
          </a:prstGeom>
          <a:solidFill>
            <a:srgbClr val="030712"/>
          </a:solidFill>
          <a:ln>
            <a:solidFill>
              <a:srgbClr val="FFF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az-Latn-AZ" sz="24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Project Management &amp; Collaboration System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" name="Şəkil 2" descr="Şəkil ehtiva edir Şrift, Qrafika, ekran görüntüsü, Qrafik dizayn&#10;&#10;AI-ın yaratdığı məzmun yanlış ola bilər."/>
          <p:cNvPicPr/>
          <p:nvPr/>
        </p:nvPicPr>
        <p:blipFill>
          <a:blip r:embed="rId1"/>
          <a:stretch/>
        </p:blipFill>
        <p:spPr>
          <a:xfrm>
            <a:off x="171000" y="300960"/>
            <a:ext cx="7105320" cy="197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Mətn Qutusu 4"/>
          <p:cNvSpPr/>
          <p:nvPr/>
        </p:nvSpPr>
        <p:spPr>
          <a:xfrm>
            <a:off x="5525280" y="3582720"/>
            <a:ext cx="4554360" cy="461160"/>
          </a:xfrm>
          <a:prstGeom prst="rect">
            <a:avLst/>
          </a:prstGeom>
          <a:solidFill>
            <a:srgbClr val="030712"/>
          </a:solidFill>
          <a:ln>
            <a:solidFill>
              <a:srgbClr val="FFF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az-Latn-AZ" sz="24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Team Board &amp; Admin Dashboard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Mətn Qutusu 9"/>
          <p:cNvSpPr/>
          <p:nvPr/>
        </p:nvSpPr>
        <p:spPr>
          <a:xfrm>
            <a:off x="795240" y="6228000"/>
            <a:ext cx="4726800" cy="414000"/>
          </a:xfrm>
          <a:prstGeom prst="rect">
            <a:avLst/>
          </a:prstGeom>
          <a:solidFill>
            <a:srgbClr val="030712"/>
          </a:solidFill>
          <a:ln>
            <a:solidFill>
              <a:srgbClr val="FFF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az-Latn-AZ" sz="20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Smart Solutions for Team Collaboration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Mətn Qutusu 11"/>
          <p:cNvSpPr/>
          <p:nvPr/>
        </p:nvSpPr>
        <p:spPr>
          <a:xfrm>
            <a:off x="5525280" y="5509080"/>
            <a:ext cx="6179040" cy="461160"/>
          </a:xfrm>
          <a:prstGeom prst="rect">
            <a:avLst/>
          </a:prstGeom>
          <a:solidFill>
            <a:srgbClr val="030712"/>
          </a:solidFill>
          <a:ln>
            <a:solidFill>
              <a:srgbClr val="FFF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az-Latn-AZ" sz="24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Manage, Discuss, and Succeed Together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Mətn Qutusu 12"/>
          <p:cNvSpPr/>
          <p:nvPr/>
        </p:nvSpPr>
        <p:spPr>
          <a:xfrm>
            <a:off x="622800" y="4387680"/>
            <a:ext cx="4899600" cy="830520"/>
          </a:xfrm>
          <a:prstGeom prst="rect">
            <a:avLst/>
          </a:prstGeom>
          <a:solidFill>
            <a:srgbClr val="030712"/>
          </a:solidFill>
          <a:ln>
            <a:solidFill>
              <a:srgbClr val="FFF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az-Latn-AZ" sz="24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Advanced Project Oversight &amp; User Management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Minus İşarəsi 15"/>
          <p:cNvSpPr/>
          <p:nvPr/>
        </p:nvSpPr>
        <p:spPr>
          <a:xfrm flipV="1" rot="5400000">
            <a:off x="2536920" y="4357080"/>
            <a:ext cx="6046920" cy="350280"/>
          </a:xfrm>
          <a:prstGeom prst="mathMinus">
            <a:avLst>
              <a:gd name="adj1" fmla="val 23520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az-Latn-AZ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Şəkil 3" descr="Şəkil ehtiva edir mətn, ekran görüntüsü, proqram təminatı, Multimedia proqram təminatı&#10;&#10;AI-ın yaratdığı məzmun yanlış ola bilər."/>
          <p:cNvPicPr/>
          <p:nvPr/>
        </p:nvPicPr>
        <p:blipFill>
          <a:blip r:embed="rId1"/>
          <a:stretch/>
        </p:blipFill>
        <p:spPr>
          <a:xfrm>
            <a:off x="946440" y="1049400"/>
            <a:ext cx="10312920" cy="58082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8" name="Birbaşa Oxla Birləşdirici 5"/>
          <p:cNvCxnSpPr/>
          <p:nvPr/>
        </p:nvCxnSpPr>
        <p:spPr>
          <a:xfrm flipH="1">
            <a:off x="8438040" y="2014920"/>
            <a:ext cx="1054800" cy="191088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69" name="Mətn Qutusu 6"/>
          <p:cNvSpPr/>
          <p:nvPr/>
        </p:nvSpPr>
        <p:spPr>
          <a:xfrm>
            <a:off x="8372160" y="1699200"/>
            <a:ext cx="2210760" cy="369000"/>
          </a:xfrm>
          <a:prstGeom prst="rect">
            <a:avLst/>
          </a:prstGeom>
          <a:solidFill>
            <a:srgbClr val="030712"/>
          </a:solidFill>
          <a:ln>
            <a:solidFill>
              <a:srgbClr val="FFF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az-Latn-AZ" sz="18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Create a team board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Mətn Qutusu 7"/>
          <p:cNvSpPr/>
          <p:nvPr/>
        </p:nvSpPr>
        <p:spPr>
          <a:xfrm>
            <a:off x="1887840" y="1684800"/>
            <a:ext cx="2599200" cy="369000"/>
          </a:xfrm>
          <a:prstGeom prst="rect">
            <a:avLst/>
          </a:prstGeom>
          <a:solidFill>
            <a:srgbClr val="030712"/>
          </a:solidFill>
          <a:ln>
            <a:solidFill>
              <a:srgbClr val="FFF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az-Latn-AZ" sz="18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Create a personal board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Birbaşa Oxla Birləşdirici 8"/>
          <p:cNvCxnSpPr/>
          <p:nvPr/>
        </p:nvCxnSpPr>
        <p:spPr>
          <a:xfrm>
            <a:off x="3324600" y="2058120"/>
            <a:ext cx="656640" cy="166644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Şəkil 4" descr="Şəkil ehtiva edir mətn, ekran görüntüsü, proqram təminatı, Multimedia proqram təminatı&#10;&#10;AI-ın yaratdığı məzmun yanlış ola bilər."/>
          <p:cNvPicPr/>
          <p:nvPr/>
        </p:nvPicPr>
        <p:blipFill>
          <a:blip r:embed="rId1"/>
          <a:srcRect l="8416" t="-55" r="17587" b="16032"/>
          <a:stretch/>
        </p:blipFill>
        <p:spPr>
          <a:xfrm>
            <a:off x="3268800" y="3945600"/>
            <a:ext cx="6616800" cy="291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Şəkil 1" descr="Şəkil ehtiva edir mətn, ekran görüntüsü, proqram təminatı, multimedia&#10;&#10;AI-ın yaratdığı məzmun yanlış ola bilər."/>
          <p:cNvPicPr/>
          <p:nvPr/>
        </p:nvPicPr>
        <p:blipFill>
          <a:blip r:embed="rId2"/>
          <a:srcRect l="23616" t="11965" r="29574" b="12921"/>
          <a:stretch/>
        </p:blipFill>
        <p:spPr>
          <a:xfrm>
            <a:off x="8787240" y="0"/>
            <a:ext cx="3162240" cy="419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Şəkil 2" descr="Şəkil ehtiva edir mətn, ekran görüntüsü, proqram təminatı, Multimedia proqram təminatı&#10;&#10;AI-ın yaratdığı məzmun yanlış ola bilər."/>
          <p:cNvPicPr/>
          <p:nvPr/>
        </p:nvPicPr>
        <p:blipFill>
          <a:blip r:embed="rId3"/>
          <a:srcRect l="20735" t="16450" r="22000" b="9925"/>
          <a:stretch/>
        </p:blipFill>
        <p:spPr>
          <a:xfrm>
            <a:off x="493560" y="-2160"/>
            <a:ext cx="4022640" cy="3952800"/>
          </a:xfrm>
          <a:prstGeom prst="rect">
            <a:avLst/>
          </a:prstGeom>
          <a:noFill/>
          <a:ln w="0">
            <a:solidFill>
              <a:srgbClr val="4472C4"/>
            </a:solidFill>
          </a:ln>
        </p:spPr>
      </p:pic>
      <p:sp>
        <p:nvSpPr>
          <p:cNvPr id="75" name="Mətn Qutusu 11"/>
          <p:cNvSpPr/>
          <p:nvPr/>
        </p:nvSpPr>
        <p:spPr>
          <a:xfrm>
            <a:off x="4777560" y="1296720"/>
            <a:ext cx="3849840" cy="830520"/>
          </a:xfrm>
          <a:prstGeom prst="rect">
            <a:avLst/>
          </a:prstGeom>
          <a:solidFill>
            <a:srgbClr val="030712"/>
          </a:solidFill>
          <a:ln>
            <a:solidFill>
              <a:srgbClr val="FFF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az-Latn-AZ" sz="24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Connect to or create rooms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az-Latn-AZ" sz="24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quickly and easily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/>
          <p:cNvPicPr/>
          <p:nvPr/>
        </p:nvPicPr>
        <p:blipFill>
          <a:blip r:embed="rId1"/>
          <a:stretch/>
        </p:blipFill>
        <p:spPr>
          <a:xfrm>
            <a:off x="42480" y="0"/>
            <a:ext cx="12191760" cy="506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Mətn Qutusu 11"/>
          <p:cNvSpPr/>
          <p:nvPr/>
        </p:nvSpPr>
        <p:spPr>
          <a:xfrm>
            <a:off x="7836120" y="4427280"/>
            <a:ext cx="4051080" cy="830520"/>
          </a:xfrm>
          <a:prstGeom prst="rect">
            <a:avLst/>
          </a:prstGeom>
          <a:solidFill>
            <a:schemeClr val="tx1"/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az-Latn-AZ" sz="24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Access your boards and statistics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Şəkil 4" descr="Şəkil ehtiva edir mətn, ekran görüntüsü, proqram təminatı, Multimedia proqram təminatı&#10;&#10;AI-ın yaratdığı məzmun yanlış ola bilər."/>
          <p:cNvPicPr/>
          <p:nvPr/>
        </p:nvPicPr>
        <p:blipFill>
          <a:blip r:embed="rId1"/>
          <a:stretch/>
        </p:blipFill>
        <p:spPr>
          <a:xfrm>
            <a:off x="0" y="137520"/>
            <a:ext cx="12191760" cy="65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Mətn Qutusu 11"/>
          <p:cNvSpPr/>
          <p:nvPr/>
        </p:nvSpPr>
        <p:spPr>
          <a:xfrm>
            <a:off x="4749120" y="4560120"/>
            <a:ext cx="4051080" cy="830520"/>
          </a:xfrm>
          <a:prstGeom prst="rect">
            <a:avLst/>
          </a:prstGeom>
          <a:solidFill>
            <a:schemeClr val="tx1"/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az-Latn-AZ" sz="24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Manage your project with your own group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Şəkil 1" descr="Şəkil ehtiva edir mətn, ekran görüntüsü, proqram təminatı, multimedia&#10;&#10;AI-ın yaratdığı məzmun yanlış ola bilər."/>
          <p:cNvPicPr/>
          <p:nvPr/>
        </p:nvPicPr>
        <p:blipFill>
          <a:blip r:embed="rId1"/>
          <a:stretch/>
        </p:blipFill>
        <p:spPr>
          <a:xfrm>
            <a:off x="8467920" y="72360"/>
            <a:ext cx="3723840" cy="678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Şəkil 2" descr="Şəkil ehtiva edir mətn, ekran görüntüsü, proqram təminatı, əməliyyat sistemi&#10;&#10;AI-ın yaratdığı məzmun yanlış ola bilər."/>
          <p:cNvPicPr/>
          <p:nvPr/>
        </p:nvPicPr>
        <p:blipFill>
          <a:blip r:embed="rId2"/>
          <a:srcRect l="3710" t="0" r="0" b="11612"/>
          <a:stretch/>
        </p:blipFill>
        <p:spPr>
          <a:xfrm>
            <a:off x="4611240" y="199800"/>
            <a:ext cx="3392280" cy="657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Şəkil 4" descr="Şəkil ehtiva edir mətn, ekran görüntüsü, proqram təminatı, multimedia&#10;&#10;AI-ın yaratdığı məzmun yanlış ola bilər."/>
          <p:cNvPicPr/>
          <p:nvPr/>
        </p:nvPicPr>
        <p:blipFill>
          <a:blip r:embed="rId3"/>
          <a:srcRect l="6272" t="1163" r="9825" b="326"/>
          <a:stretch/>
        </p:blipFill>
        <p:spPr>
          <a:xfrm>
            <a:off x="-6840" y="102600"/>
            <a:ext cx="4069440" cy="675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Mətn Qutusu 11"/>
          <p:cNvSpPr/>
          <p:nvPr/>
        </p:nvSpPr>
        <p:spPr>
          <a:xfrm>
            <a:off x="4274640" y="4775760"/>
            <a:ext cx="4051080" cy="1569240"/>
          </a:xfrm>
          <a:prstGeom prst="rect">
            <a:avLst/>
          </a:prstGeom>
          <a:solidFill>
            <a:schemeClr val="tx1"/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az-Latn-AZ" sz="24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Discuss the project with the chat feature.As an admin, you have the right to kick and ban users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Mətn Qutusu 11"/>
          <p:cNvSpPr/>
          <p:nvPr/>
        </p:nvSpPr>
        <p:spPr>
          <a:xfrm>
            <a:off x="4073400" y="318960"/>
            <a:ext cx="4051080" cy="830520"/>
          </a:xfrm>
          <a:prstGeom prst="rect">
            <a:avLst/>
          </a:prstGeom>
          <a:solidFill>
            <a:schemeClr val="tx1"/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az-Latn-AZ" sz="24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Access your boards and statistics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" name="Şəkil 1" descr="Şəkil ehtiva edir ekran görüntüsü, mətn, proqram təminatı, Multimedia proqram təminatı&#10;&#10;AI-ın yaratdığı məzmun yanlış ola bilər."/>
          <p:cNvPicPr/>
          <p:nvPr/>
        </p:nvPicPr>
        <p:blipFill>
          <a:blip r:embed="rId1"/>
          <a:stretch/>
        </p:blipFill>
        <p:spPr>
          <a:xfrm>
            <a:off x="0" y="318600"/>
            <a:ext cx="12191760" cy="65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Mətn Qutusu 4"/>
          <p:cNvSpPr/>
          <p:nvPr/>
        </p:nvSpPr>
        <p:spPr>
          <a:xfrm>
            <a:off x="177120" y="3812760"/>
            <a:ext cx="2498400" cy="1938600"/>
          </a:xfrm>
          <a:prstGeom prst="rect">
            <a:avLst/>
          </a:prstGeom>
          <a:solidFill>
            <a:schemeClr val="tx1"/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az-Latn-AZ" sz="24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As an admin, you can monitor and intervene via the admin dashboard.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Şəkil 2" descr="Şəkil ehtiva edir mətn, ekran görüntüsü&#10;&#10;AI-ın yaratdığı məzmun yanlış ola bilər."/>
          <p:cNvPicPr/>
          <p:nvPr/>
        </p:nvPicPr>
        <p:blipFill>
          <a:blip r:embed="rId1"/>
          <a:stretch/>
        </p:blipFill>
        <p:spPr>
          <a:xfrm>
            <a:off x="6545160" y="4773960"/>
            <a:ext cx="5571000" cy="195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Şəkil 3" descr="Şəkil ehtiva edir mətn, ekran görüntüsü, proqram təminatı, əməliyyat sistemi&#10;&#10;AI-ın yaratdığı məzmun yanlış ola bilər."/>
          <p:cNvPicPr/>
          <p:nvPr/>
        </p:nvPicPr>
        <p:blipFill>
          <a:blip r:embed="rId2"/>
          <a:stretch/>
        </p:blipFill>
        <p:spPr>
          <a:xfrm>
            <a:off x="-21600" y="4259880"/>
            <a:ext cx="6652800" cy="259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Şəkil 5" descr="Şəkil ehtiva edir mətn, ekran görüntüsü, proqram təminatı, əməliyyat sistemi&#10;&#10;AI-ın yaratdığı məzmun yanlış ola bilər."/>
          <p:cNvPicPr/>
          <p:nvPr/>
        </p:nvPicPr>
        <p:blipFill>
          <a:blip r:embed="rId3"/>
          <a:srcRect l="1095" t="-2154" r="275" b="8545"/>
          <a:stretch/>
        </p:blipFill>
        <p:spPr>
          <a:xfrm>
            <a:off x="1152000" y="43920"/>
            <a:ext cx="10343160" cy="337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Mətn Qutusu 4"/>
          <p:cNvSpPr/>
          <p:nvPr/>
        </p:nvSpPr>
        <p:spPr>
          <a:xfrm>
            <a:off x="3541320" y="3597120"/>
            <a:ext cx="5115240" cy="461160"/>
          </a:xfrm>
          <a:prstGeom prst="rect">
            <a:avLst/>
          </a:prstGeom>
          <a:solidFill>
            <a:schemeClr val="tx1"/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az-Latn-AZ" sz="24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Manage user roles and boards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Mövzusu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LibreOffice/26.2.2.2$Windows_X86_64 LibreOffice_project/1f77d10d6938fd34972958f64b2bcfa54f8b1ba5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2026-04-08T20:47:11Z</dcterms:created>
  <dc:creator/>
  <dc:description/>
  <dc:language>en-US</dc:language>
  <cp:lastModifiedBy/>
  <dcterms:modified xsi:type="dcterms:W3CDTF">2026-04-08T22:42:50Z</dcterms:modified>
  <cp:revision>303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Geniş ekran</vt:lpwstr>
  </property>
  <property fmtid="{D5CDD505-2E9C-101B-9397-08002B2CF9AE}" pid="3" name="Slides">
    <vt:i4>8</vt:i4>
  </property>
</Properties>
</file>